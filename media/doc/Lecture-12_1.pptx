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95CF-86E1-B72B-B8EB-2EAA86885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9B8BD-C9DC-B0EC-0659-15C8B570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2B1A6-ABC7-28B6-652F-CBEB8E4F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D53C7-70FF-EC41-5053-D9AF0AF6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21B7B-8F2C-8D1C-B1C1-9B725C06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7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76F9-86E9-6B6D-6FC0-9F66D038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9E7D5-8BEE-2869-81BA-A8DB482A5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3F854-2F7C-C10F-5B51-ED342DFB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1328F-1F91-62F9-F8F1-8CF915EA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0774-324D-59BE-9465-3FB4BB94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2A04-A2BE-8FA5-78AA-AF4132E5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56103-DA67-E2F8-B0AE-069E47BE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71D1C-2DA9-E988-7E36-44321D48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75959-9A48-38A6-406F-1BED0F99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F9317-A7E1-1D1B-1D39-7FBD020C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B01F-53CC-4C72-1182-59495830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D3A0-4FD4-7FF7-6B61-3FF932234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C1E25-3153-6F58-893C-1A256DB68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17689-E949-CC91-C619-ADB12E45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C44FE-6628-8419-A8AD-4AFD2C81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E91F8-EEDB-ACA0-DACF-4C4ABBAE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2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153B-5BB7-7EF7-AA77-81BC0DB6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C46E-D5ED-A1CB-1D96-C12AA6BC6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C1810-993C-A13A-913C-51D4969A1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06A30-4B8C-3D56-5AE6-2C18BEA0A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1D25C-6E63-251B-75CC-8DFD6BEF9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2BA78-E21E-4BC7-6B82-6C9F7EF8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571CD-24CA-6677-5EE4-6EAE50CD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4818E-D4E2-6CBB-F564-698EDFC92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4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498B-BB3D-2454-73D3-608CE6F7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362A9-998F-95E6-4C32-85BAD233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EFE53-C2AE-E5EB-1B32-B6EEF430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78774-52AE-E0CF-CBC0-CC519C3F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5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F658C-A30F-7801-710E-6D754D3A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9AB05-F78C-3C71-4D3F-9044CDEF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66BE1-9CB3-187F-86E0-661E8258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1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42B0-CCC6-D215-C50F-FB8C610B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E255B-EA64-CB97-ED33-C8BA9545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075F4-4F16-7489-EA32-FCFE2EA7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F46AE-280F-1068-0DC4-7D0E2FD9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D4816-76C7-3EFE-53C9-7F6846BA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37416-AE33-F58A-F5C6-4D200E74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1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EB8A-B71A-ADCB-727C-7154BD89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D58E3-E4B4-8F89-DE90-9907F6FE8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FF2B4-BA0D-6BE5-0DAB-D06777EB5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7AB10-0FBF-3BB2-D0E3-E78541A4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09386-A25B-668F-6AC4-3B2DEAA8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149F2-ABF5-F72F-606E-ED5D5109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1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C6F6-FDDB-F134-95CD-14A6AC0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F8F98-5572-A1ED-C259-627296E69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9C583-BBAB-1012-A489-1FDFBE73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D5240-708C-2171-A1BF-21B88234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8B06-500B-5AE0-4843-DFD8A26B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5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A688A-B192-6C1D-539A-8C4CC5159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CF6DA-7057-F8B8-10F2-B1128EA0E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FBA53-83C9-F661-1B01-D023063E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AB5FA-B306-58C2-17B5-E66AF01D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9008A-2846-D752-348F-A3F53937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8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D6C93-891D-A9AC-D743-D719756C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D011D-3007-46FB-C774-9AFA9B506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42E16-F2D9-70C1-9474-EC72D821C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B9EDD-D2DF-466F-B27B-33DA1A42CDB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58D9-6E14-872E-CEB8-2388B33DF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B464A-D06E-D2C9-1E30-DB59971D4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D62D2-D389-4AAE-BA79-FBD0B952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5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51B89-3B8E-926B-1867-84546D86B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49" y="2160563"/>
            <a:ext cx="9295301" cy="4324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8B8762-BD4B-DA6F-5FAA-3B8F1F6E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395" y="644183"/>
            <a:ext cx="7798410" cy="112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7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4D6624-3739-C435-0A9C-7BCDE01B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1" y="627843"/>
            <a:ext cx="10170942" cy="570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3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6A61-45CD-3201-CAD6-E32A2C79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D583D5-1B0B-F66B-63EB-F6A3DC56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51" y="573991"/>
            <a:ext cx="9340947" cy="561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2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51FFA6-3146-4F25-1F14-EAA90AEF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77" y="1408017"/>
            <a:ext cx="5614914" cy="37126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5BC1E8-78F0-F02E-76EB-D34A17A60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91" y="1408017"/>
            <a:ext cx="4937760" cy="358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6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A46E6E-1F12-7EAD-F53C-26F67EAF9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48" y="687117"/>
            <a:ext cx="3868762" cy="2657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736A2A-9649-A949-C84C-89E79A96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727" y="787790"/>
            <a:ext cx="3638329" cy="233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5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DA1A36-D538-87AF-24B7-43D7A6E99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35" y="458775"/>
            <a:ext cx="4241996" cy="254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7DE089-456B-14CE-4FC9-BABF9547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83" y="516749"/>
            <a:ext cx="4241996" cy="273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6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E038D-0C14-5E2C-1536-E4271394E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15" y="992285"/>
            <a:ext cx="5542671" cy="338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0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D38D9F-6299-0E53-1FD0-3D1E50EB6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47" y="247358"/>
            <a:ext cx="4878668" cy="4155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5CA9DC-1E94-2088-455C-8AA0FDDB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760"/>
            <a:ext cx="4595446" cy="38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3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1F7BE9-6D20-505D-27B3-69707DA0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5" y="674368"/>
            <a:ext cx="5093603" cy="4699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98264-9CC8-D70B-E819-9C2559875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17" y="674367"/>
            <a:ext cx="5391811" cy="45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15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64EBD6-8798-5FC4-1CF4-3AC58D04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252" y="569375"/>
            <a:ext cx="6555545" cy="2553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0601BC-4F1D-7C2E-52A4-66C101F3B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709" y="3123028"/>
            <a:ext cx="51435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02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1E9EB0-EDA1-C8A2-0645-0B3E0CD2D911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MongoDB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10C6E5-E515-8CA8-FE2A-938000275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1" y="1590615"/>
            <a:ext cx="6808761" cy="44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BC10-6E81-6D47-D441-F06A4AE5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F0E615-4226-F73C-91A6-5A7615753256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MongoDB Documents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7D3A7-2676-794A-B26B-48E814B74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898" y="1594850"/>
            <a:ext cx="8132006" cy="451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60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954F-7AEB-6165-DFD2-5D3849B8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A5591E-0C50-438B-AA73-9A430475E993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MongoDB Complete Collection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5A59D-478F-6A74-4E8D-26430C642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9" y="1559022"/>
            <a:ext cx="5781821" cy="485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A5D978-6B69-D833-80F5-B14E74647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70" y="1671564"/>
            <a:ext cx="4647980" cy="47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66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FDB9-839D-BE2C-A507-CFB8B54E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B51847-7F1D-31AF-3AEA-6B454D1BCD52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SQL VS MongoDB(NO SQL)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3D894E-1044-AEF6-5A3C-7D02CF4E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83" y="1904999"/>
            <a:ext cx="8243521" cy="408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4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6BA3-D54D-29D8-098E-96F02578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98C228-2937-B3D6-1F3B-51EB2121B04D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SQL VS MongoDB(NO SQL)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A24A3A-A357-4220-E09D-F74D87EA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18" y="1810761"/>
            <a:ext cx="3286125" cy="3914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9091D5-D404-1A25-68E7-9188CF9CD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36" y="1810761"/>
            <a:ext cx="4438357" cy="46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25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C1E06-2F91-BCA7-5239-5DDA6B1E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F57EC3-9F19-9172-3BF2-A0E075BF4709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MongoDB Queries on this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D9C1E2-1828-0819-3894-7A1A58BEAB79}"/>
              </a:ext>
            </a:extLst>
          </p:cNvPr>
          <p:cNvSpPr txBox="1"/>
          <p:nvPr/>
        </p:nvSpPr>
        <p:spPr>
          <a:xfrm>
            <a:off x="512299" y="1592553"/>
            <a:ext cx="3975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Display All Students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5BAC8-4377-7CF4-2C8B-E11CDE4E0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91" y="2229042"/>
            <a:ext cx="3414932" cy="984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978C4-ABA4-F77E-E34D-D61D361B303C}"/>
              </a:ext>
            </a:extLst>
          </p:cNvPr>
          <p:cNvSpPr txBox="1"/>
          <p:nvPr/>
        </p:nvSpPr>
        <p:spPr>
          <a:xfrm>
            <a:off x="633045" y="3213221"/>
            <a:ext cx="4867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Display Students From Math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EDD41A-1C69-5FBF-4A22-AF159C860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07" y="3994111"/>
            <a:ext cx="4760741" cy="225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80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211F-6F7C-EA31-6E8D-A95689737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E25506-9D92-F257-63B8-8C7F3131E0CE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MongoDB Queries on this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90E30-416D-8F96-0825-EB695D3D2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75" y="1675375"/>
            <a:ext cx="8936136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71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D7D2-2F10-DD6D-8995-D252DDA4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DCB1AE-1131-E0A2-31A2-3E6A21324ED1}"/>
              </a:ext>
            </a:extLst>
          </p:cNvPr>
          <p:cNvSpPr txBox="1"/>
          <p:nvPr/>
        </p:nvSpPr>
        <p:spPr>
          <a:xfrm>
            <a:off x="2681068" y="863377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MongoDB Queries on this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65775F-288A-48E1-C6A8-2525451D4420}"/>
              </a:ext>
            </a:extLst>
          </p:cNvPr>
          <p:cNvSpPr txBox="1"/>
          <p:nvPr/>
        </p:nvSpPr>
        <p:spPr>
          <a:xfrm>
            <a:off x="512299" y="1592553"/>
            <a:ext cx="3975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Update a Student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A855D-59D9-0D8E-4832-C8E913F7C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57" y="2177328"/>
            <a:ext cx="4591783" cy="3938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6FBE1B-3B23-4CA5-E01F-18FB44E080A0}"/>
              </a:ext>
            </a:extLst>
          </p:cNvPr>
          <p:cNvSpPr txBox="1"/>
          <p:nvPr/>
        </p:nvSpPr>
        <p:spPr>
          <a:xfrm>
            <a:off x="6235505" y="1592552"/>
            <a:ext cx="3975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Delete a Student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04E040-AAC7-5BEA-B176-579A188EF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505" y="2177327"/>
            <a:ext cx="3405994" cy="26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5019-6D14-146C-2385-0FD5BF9E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393248-A5C7-A3A4-0B1D-A0B1045BCDB2}"/>
              </a:ext>
            </a:extLst>
          </p:cNvPr>
          <p:cNvSpPr txBox="1"/>
          <p:nvPr/>
        </p:nvSpPr>
        <p:spPr>
          <a:xfrm>
            <a:off x="2681067" y="863377"/>
            <a:ext cx="6406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An Important MongoDB Difference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A2E74-B59A-E99A-71CE-10AD0B4D5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1690687"/>
            <a:ext cx="5528603" cy="4303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560BEC-66C8-A97B-9650-D62827E3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41" y="1690687"/>
            <a:ext cx="43815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3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61</Words>
  <Application>Microsoft Office PowerPoint</Application>
  <PresentationFormat>Widescreen</PresentationFormat>
  <Paragraphs>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2026-09-17T16:15:30Z</dcterms:created>
  <dcterms:modified xsi:type="dcterms:W3CDTF">2026-09-18T03:24:56Z</dcterms:modified>
</cp:coreProperties>
</file>